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Justiy－雨沫</cp:lastModifiedBy>
  <cp:revision>164</cp:revision>
  <dcterms:created xsi:type="dcterms:W3CDTF">2026-01-06T08:01:03Z</dcterms:created>
  <dcterms:modified xsi:type="dcterms:W3CDTF">2026-01-06T08:01:03Z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DC9695D0CDC02ADB32C15C6999C5283E_41</vt:lpwstr>
  </property>
</Properties>
</file>